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914400"/>
            <a:ext cx="2286000" cy="22860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Disease Detection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&amp; Transfer Learning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AMDNet23 Macular Degeneration Disease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·  May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64592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AMD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by 2020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64592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blindness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preventable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64592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73152" cy="1645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05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AI vs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diagnosis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Problem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eye diseases like AMD, diabetic retinopathy, and cataracts can prevent blindness.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requires specialist ophthalmologists — scarce in many regions.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can provide fast, scalable, low-cost screening accessible to everyone.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classifier that can identify 4 retinal conditions from fundus images — AMD, Cataract, Diabetic Retinopathy, and Normal — with high accuracy.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Age-related Macular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194560"/>
            <a:ext cx="192024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Clouding of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lens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94560"/>
            <a:ext cx="1920240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Retinopathy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194560"/>
            <a:ext cx="192024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2697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scan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AMDNet23 Fundus Image Dataset  ·  1,994 retinal images  ·  80/20 train/validation split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Background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160020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trained ophthalmologists to manually inspect fundus images. Time-consuming, expensive, and limited by geographic availability of specialists.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4023360" cy="160020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743200"/>
            <a:ext cx="6400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CNN-based Approaches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3154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(CNNs) have shown strong performance on medical imaging tasks. Models like VGG, ResNet, and EfficientNet set benchmarks on eye disease datasets.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4023360" cy="160020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960120"/>
            <a:ext cx="6400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on ImageNet (14M images) gives models a powerful visual feature foundation. Fine-tuning for medical imaging reduces training data requirements significantly.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2743200"/>
            <a:ext cx="4023360" cy="160020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743200"/>
            <a:ext cx="6400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10912" y="3154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papers achieve 95–99% accuracy on similar retinal datasets using ResNet and EfficientNet backbones with data augmentation pipelines.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234440" cy="777240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280160"/>
            <a:ext cx="228600" cy="109728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960120"/>
            <a:ext cx="1234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1280160"/>
            <a:ext cx="228600" cy="109728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960120"/>
            <a:ext cx="12344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(Pretrained)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228600" cy="109728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60120"/>
            <a:ext cx="123444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280160"/>
            <a:ext cx="228600" cy="109728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960120"/>
            <a:ext cx="123444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1280160"/>
            <a:ext cx="228600" cy="109728"/>
          </a:xfrm>
          <a:prstGeom prst="rect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960120"/>
            <a:ext cx="12344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96012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23317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ResNet-18 pretrained on ImageNet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 replaced: 512 → 4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(p=0.4) for regularization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·  LR: 0.0001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Cross-Entropy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1965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54880" y="23317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224×224 pixels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&amp; vertical flips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 ±15°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jitter (brightness &amp; contrast)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normalization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50592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Best Epoch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26864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Gap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(overfitting)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9601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Ep. 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03136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 on Validation Set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99/100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99/100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97/100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98/100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B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64008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dataset folder structure required careful path resolution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21992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951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SSL certificate issue blocked pretrained weight download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26664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998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overfitting: train acc hit 100% while val plateaued at 97%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31336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04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 showed 0 images — dataset path was incorrect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64008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9144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Were Addressed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os.walk() to inspect full directory tree and find actual image paths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221992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2951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Install Certificates.command to fix Python SSL on macOS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26664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998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Dropout (p=0.4), data augmentation, and early stopping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831336"/>
            <a:ext cx="4114800" cy="713232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9044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local VS Code workflow with correct path resolution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Future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289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18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which retinal regions drive predictions — critical for clinical trust and explainability.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96012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601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47288" y="1289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Backbone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618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ResNet-18 for EfficientNet-B4 or ResNet-50 to push accuracy above 99%.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96012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96012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96012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64808" y="12893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64808" y="161848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additional public datasets (ODIR, Kaggle EyePACS) to improve generalization across demographics.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83464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346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3163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Gradio or FastAPI app so clinicians can upload fundus images and receive instant predictions.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83464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8346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Realism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47288" y="3163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Support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47288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patients often have more than one condition. Extend from single-class to multi-label classification.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2834640"/>
            <a:ext cx="2697480" cy="1691640"/>
          </a:xfrm>
          <a:prstGeom prst="rect">
            <a:avLst/>
          </a:prstGeom>
          <a:solidFill>
            <a:srgbClr val="EAF4FB"/>
          </a:solidFill>
          <a:ln w="6350">
            <a:solidFill>
              <a:srgbClr val="9EB3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834640"/>
            <a:ext cx="26974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8346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64808" y="316382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&amp; AUC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64808" y="34930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rigorous statistical evaluation metrics used in peer-reviewed medical AI research.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3200400" cy="3200400"/>
          </a:xfrm>
          <a:prstGeom prst="ellipse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 w="1270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transfer learning with ResNet-18 can achieve 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 validation accuracy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4-class retinal disease classification task.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013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ML pipeline: data loading → augmentation → training → evaluation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87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dropout + early stopping to reduce overfitting from 3% gap to just 0.8%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729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accuracy: AMD 99% · Cataract 99% · Diabetes 97% · Normal 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587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deployable model achieving near-human diagnostic performance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has real potential to democratize access to eye disease screening worldwide.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He, K. et al. (2016). Deep Residual Learning for Image Recognition. CVPR 2016.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0"/>
          </a:xfrm>
          <a:prstGeom prst="line">
            <a:avLst/>
          </a:prstGeom>
          <a:noFill/>
          <a:ln w="3810">
            <a:solidFill>
              <a:srgbClr val="9EB3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Orvile. (2023). AMDNet23 Macular Degeneration Disease Dataset. Kaggle. https://www.kaggle.com/datasets/orvile/macular-degeneration-disease-dataset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8229600" cy="0"/>
          </a:xfrm>
          <a:prstGeom prst="line">
            <a:avLst/>
          </a:prstGeom>
          <a:noFill/>
          <a:ln w="3810">
            <a:solidFill>
              <a:srgbClr val="9EB3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Wong, W.L. et al. (2014). Global prevalence of age-related macular degeneration. The Lancet Global Health.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8229600" cy="0"/>
          </a:xfrm>
          <a:prstGeom prst="line">
            <a:avLst/>
          </a:prstGeom>
          <a:noFill/>
          <a:ln w="3810">
            <a:solidFill>
              <a:srgbClr val="9EB3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Ting, D.S.W. et al. (2017). Development and Validation of a Deep Learning System for Diabetic Retinopathy. JAMA.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3810">
            <a:solidFill>
              <a:srgbClr val="9EB3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PyTorch Team. (2024). TorchVision Models Documentation. https://pytorch.org/vision/stable/models.html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 Disease Detection using Deep Learning</dc:title>
  <dc:subject>PptxGenJS Presentation</dc:subject>
  <dc:creator>PptxGenJS</dc:creator>
  <cp:lastModifiedBy>PptxGenJS</cp:lastModifiedBy>
  <cp:revision>1</cp:revision>
  <dcterms:created xsi:type="dcterms:W3CDTF">2026-05-02T05:03:51Z</dcterms:created>
  <dcterms:modified xsi:type="dcterms:W3CDTF">2026-05-02T05:03:51Z</dcterms:modified>
</cp:coreProperties>
</file>